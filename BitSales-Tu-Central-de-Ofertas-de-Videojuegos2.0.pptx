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Prata"/>
      <p:regular r:id="rId15"/>
    </p:embeddedFont>
    <p:embeddedFont>
      <p:font typeface="Prata"/>
      <p:regular r:id="rId16"/>
    </p:embeddedFont>
    <p:embeddedFont>
      <p:font typeface="Manrope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317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326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BitSales: Tu Central de Ofertas de Videojuegos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Aplicación mejorada con persistencia local y funciones interactivas - PGY4221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38383C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7810" y="5310188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285661"/>
            <a:ext cx="3215164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BDA189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por Jean Stuardo Lopez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3769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Problemática Actual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258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2503765"/>
            <a:ext cx="32423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Pérdida de Información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299418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Muchos gamers pierden su información personalizada al cerrar la aplicación.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41736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1530906" y="42514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Falta de Persistencia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530906" y="4741902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Ausencia de un almacenamiento de datos real y duradero.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55843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1530906" y="5636300"/>
            <a:ext cx="29448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Experiencia Limitada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6126718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Necesidad de una experiencia más personalizada y conectada para los usuarios.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235" y="579239"/>
            <a:ext cx="7150179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BitSales: La Solución Innovadora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7235" y="1608415"/>
            <a:ext cx="6359604" cy="1103114"/>
          </a:xfrm>
          <a:prstGeom prst="roundRect">
            <a:avLst>
              <a:gd name="adj" fmla="val 2435"/>
            </a:avLst>
          </a:prstGeom>
          <a:solidFill>
            <a:srgbClr val="404245"/>
          </a:solidFill>
          <a:ln/>
        </p:spPr>
      </p:sp>
      <p:sp>
        <p:nvSpPr>
          <p:cNvPr id="4" name="Text 2"/>
          <p:cNvSpPr/>
          <p:nvPr/>
        </p:nvSpPr>
        <p:spPr>
          <a:xfrm>
            <a:off x="916186" y="1787366"/>
            <a:ext cx="247209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Registro y Login Sólido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16186" y="2246114"/>
            <a:ext cx="60017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Funcional con validaciones robustas.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7235" y="2890480"/>
            <a:ext cx="6359604" cy="1103114"/>
          </a:xfrm>
          <a:prstGeom prst="roundRect">
            <a:avLst>
              <a:gd name="adj" fmla="val 2435"/>
            </a:avLst>
          </a:prstGeom>
          <a:solidFill>
            <a:srgbClr val="404245"/>
          </a:solidFill>
          <a:ln/>
        </p:spPr>
      </p:sp>
      <p:sp>
        <p:nvSpPr>
          <p:cNvPr id="7" name="Text 5"/>
          <p:cNvSpPr/>
          <p:nvPr/>
        </p:nvSpPr>
        <p:spPr>
          <a:xfrm>
            <a:off x="916186" y="3069431"/>
            <a:ext cx="223801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Perfil Persistente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6186" y="3528179"/>
            <a:ext cx="60017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Implementación de SQLite para almacenamiento de datos.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7235" y="4172545"/>
            <a:ext cx="6359604" cy="1103114"/>
          </a:xfrm>
          <a:prstGeom prst="roundRect">
            <a:avLst>
              <a:gd name="adj" fmla="val 2435"/>
            </a:avLst>
          </a:prstGeom>
          <a:solidFill>
            <a:srgbClr val="404245"/>
          </a:solidFill>
          <a:ln/>
        </p:spPr>
      </p:sp>
      <p:sp>
        <p:nvSpPr>
          <p:cNvPr id="10" name="Text 8"/>
          <p:cNvSpPr/>
          <p:nvPr/>
        </p:nvSpPr>
        <p:spPr>
          <a:xfrm>
            <a:off x="916186" y="4351496"/>
            <a:ext cx="223801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Datos Completos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16186" y="4810244"/>
            <a:ext cx="60017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Almacenamiento de info personal, foto, gustos y juegos seguidos.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7235" y="5454610"/>
            <a:ext cx="6359604" cy="1103114"/>
          </a:xfrm>
          <a:prstGeom prst="roundRect">
            <a:avLst>
              <a:gd name="adj" fmla="val 2435"/>
            </a:avLst>
          </a:prstGeom>
          <a:solidFill>
            <a:srgbClr val="404245"/>
          </a:solidFill>
          <a:ln/>
        </p:spPr>
      </p:sp>
      <p:sp>
        <p:nvSpPr>
          <p:cNvPr id="13" name="Text 11"/>
          <p:cNvSpPr/>
          <p:nvPr/>
        </p:nvSpPr>
        <p:spPr>
          <a:xfrm>
            <a:off x="916186" y="5633561"/>
            <a:ext cx="2238018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Interfaz Amigable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916186" y="6092309"/>
            <a:ext cx="6001703" cy="286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 intuitivo y fácil de usar para todos los gamers.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1181" y="1608415"/>
            <a:ext cx="6359604" cy="63596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10664"/>
            <a:ext cx="67562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Ventajas Clave de BitSales</a:t>
            </a:r>
            <a:endParaRPr lang="en-US" sz="4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407218"/>
            <a:ext cx="538639" cy="538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01748" y="4535091"/>
            <a:ext cx="436733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Experiencia de Usuario Mejorada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601748" y="5000863"/>
            <a:ext cx="55787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Navegación fluida y adaptada a las preferencias del usuario.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9860" y="4407218"/>
            <a:ext cx="538639" cy="5386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57818" y="4535091"/>
            <a:ext cx="4295656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Persistencia de Datos con SQLite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8257818" y="5000863"/>
            <a:ext cx="55787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Almacenamiento local seguro y eficiente de la información.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229112"/>
            <a:ext cx="538639" cy="5386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01748" y="6356985"/>
            <a:ext cx="415647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Juegos Favoritos Personalizados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601748" y="6822758"/>
            <a:ext cx="55787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con API interna para gestión de preferencias.</a:t>
            </a:r>
            <a:endParaRPr lang="en-US" sz="16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9860" y="6229112"/>
            <a:ext cx="538639" cy="5386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57818" y="635698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Interfaz Coherente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8257818" y="6822758"/>
            <a:ext cx="5578793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Diseño unificado en todas las pantallas de la aplicación.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1638" y="566976"/>
            <a:ext cx="8160663" cy="644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Funcionalidades Implementadas</a:t>
            </a:r>
            <a:endParaRPr lang="en-US" sz="4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638" y="1752481"/>
            <a:ext cx="6342102" cy="63421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74280" y="1706047"/>
            <a:ext cx="6342102" cy="329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 Seguro: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Validación de edad y contraseña robusta.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74280" y="2108121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Login Persistente: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Sesión de usuario guardada para comodidad.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74280" y="2840117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 Editable: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Actualización de datos y avatar de forma sencilla.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574280" y="3572113"/>
            <a:ext cx="6342102" cy="659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Juegos Favoritos: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Interacción mediante selección múltiple intuitiva.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88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Diseño y Navegación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Menú Principal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Acceso rápido a todas las secciones de la app.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Flujo Intuitivo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Navegación sin esfuerzo entre login, registro y perfil.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30952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Componentes Visuales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Uso de botones, inputs, select y avatar para una UX rica.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28857" y="5314117"/>
            <a:ext cx="33636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Animaciones de Entrada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Mejoran la experiencia y la estética visual.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8070" y="587812"/>
            <a:ext cx="9239607" cy="66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Estructura de Base de Datos SQLite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8070" y="1768673"/>
            <a:ext cx="6306383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BitSales utiliza una estructura de base de datos optimizada para gestionar la información del usuario de manera eficiente y segura, garantizando la persistencia de los datos importantes para una experiencia personalizada.</a:t>
            </a:r>
            <a:endParaRPr lang="en-US" sz="1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070" y="3376851"/>
            <a:ext cx="6306383" cy="43148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83567" y="1816775"/>
            <a:ext cx="6306383" cy="2952274"/>
          </a:xfrm>
          <a:prstGeom prst="roundRect">
            <a:avLst>
              <a:gd name="adj" fmla="val 1086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91187" y="1824395"/>
            <a:ext cx="6291143" cy="12975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7805023" y="1960245"/>
            <a:ext cx="2714268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usuarios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954345" y="1960245"/>
            <a:ext cx="2714268" cy="10258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usuario, correo, contraseña, dirección, nacimiento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591187" y="3121938"/>
            <a:ext cx="6291143" cy="163949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805023" y="3257788"/>
            <a:ext cx="2714268" cy="341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perfil_usuario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954345" y="3257788"/>
            <a:ext cx="2714268" cy="1367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nombre, teléfono, plataforma, categorías, descripción, avatar, juegosSeguidos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9451"/>
            <a:ext cx="110917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2D4BA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Conclusión: BitSales Listo para la Acción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83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5" name="Text 2"/>
          <p:cNvSpPr/>
          <p:nvPr/>
        </p:nvSpPr>
        <p:spPr>
          <a:xfrm>
            <a:off x="1530906" y="5306258"/>
            <a:ext cx="30485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Experiencia Completa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579667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BitSales ahora ofrece una solución integral para gamers.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52283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8" name="Text 5"/>
          <p:cNvSpPr/>
          <p:nvPr/>
        </p:nvSpPr>
        <p:spPr>
          <a:xfrm>
            <a:off x="5973008" y="5306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Rúbrica Cumplida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73008" y="5796677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Persistencia real, validaciones robustas y diseño atractivo.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77995" y="522839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04245"/>
          </a:solidFill>
          <a:ln/>
        </p:spPr>
      </p:sp>
      <p:sp>
        <p:nvSpPr>
          <p:cNvPr id="11" name="Text 8"/>
          <p:cNvSpPr/>
          <p:nvPr/>
        </p:nvSpPr>
        <p:spPr>
          <a:xfrm>
            <a:off x="10415111" y="5306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DA189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Listo para Pruebas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415111" y="5796677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DA189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Preparado para evaluación en emuladores y dispositivos móviles.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2025-06-29T01:48:22Z</dcterms:created>
  <dcterms:modified xsi:type="dcterms:W3CDTF">2025-06-29T01:48:22Z</dcterms:modified>
</cp:coreProperties>
</file>